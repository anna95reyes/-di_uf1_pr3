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 mitjà 2 - èmfasi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-130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Subtíto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a-ES"/>
              <a:t>Feu clic aquí per editar l'estil de subtítols del patró.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contingut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contingut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contingut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5" name="Contenidor de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6" name="Contenidor de peu de pà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Conteni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4" name="Contenidor de contingut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5" name="Contenidor de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6" name="Contenidor de contingut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7" name="Contenidor de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8" name="Contenidor de peu de pà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Conteni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4" name="Contenidor de peu de pà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Conteni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3" name="Contenidor de peu de pà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Conteni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contingut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5" name="Contenidor de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6" name="Contenidor de peu de pà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Conteni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'imatg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Contenidor de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5" name="Contenidor de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6" name="Contenidor de peu de pà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Conteni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5333F5-8ED8-436E-A4B4-7A92BD7176A1}" type="datetimeFigureOut">
              <a:rPr lang="es-ES" smtClean="0"/>
              <a:t>10/12/2020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arrodonit 3"/>
          <p:cNvSpPr/>
          <p:nvPr/>
        </p:nvSpPr>
        <p:spPr>
          <a:xfrm>
            <a:off x="4499992" y="1988840"/>
            <a:ext cx="1656184" cy="2520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UICartam</a:t>
            </a:r>
            <a:endParaRPr lang="es-E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43608" y="3995243"/>
            <a:ext cx="2160240" cy="28627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QuadreDeText 11"/>
          <p:cNvSpPr txBox="1"/>
          <p:nvPr/>
        </p:nvSpPr>
        <p:spPr>
          <a:xfrm>
            <a:off x="3131840" y="116632"/>
            <a:ext cx="1634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Control </a:t>
            </a:r>
            <a:r>
              <a:rPr lang="ca-ES" dirty="0" err="1"/>
              <a:t>UICarta</a:t>
            </a:r>
            <a:endParaRPr lang="es-ES" dirty="0"/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908720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QuadreDeText 13"/>
          <p:cNvSpPr txBox="1"/>
          <p:nvPr/>
        </p:nvSpPr>
        <p:spPr>
          <a:xfrm>
            <a:off x="1547664" y="692696"/>
            <a:ext cx="650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front</a:t>
            </a:r>
            <a:endParaRPr lang="es-ES" dirty="0"/>
          </a:p>
        </p:txBody>
      </p:sp>
      <p:sp>
        <p:nvSpPr>
          <p:cNvPr id="15" name="QuadreDeText 14"/>
          <p:cNvSpPr txBox="1"/>
          <p:nvPr/>
        </p:nvSpPr>
        <p:spPr>
          <a:xfrm>
            <a:off x="1403648" y="3645024"/>
            <a:ext cx="61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 err="1"/>
              <a:t>back</a:t>
            </a:r>
            <a:endParaRPr lang="es-ES" dirty="0"/>
          </a:p>
        </p:txBody>
      </p:sp>
      <p:sp>
        <p:nvSpPr>
          <p:cNvPr id="16" name="Oval 15"/>
          <p:cNvSpPr/>
          <p:nvPr/>
        </p:nvSpPr>
        <p:spPr>
          <a:xfrm>
            <a:off x="6588224" y="2564904"/>
            <a:ext cx="288032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QuadreDeText 16"/>
          <p:cNvSpPr txBox="1"/>
          <p:nvPr/>
        </p:nvSpPr>
        <p:spPr>
          <a:xfrm>
            <a:off x="6948264" y="2492896"/>
            <a:ext cx="1429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Carta  (Carta)</a:t>
            </a:r>
            <a:endParaRPr lang="es-ES" dirty="0"/>
          </a:p>
        </p:txBody>
      </p:sp>
      <p:cxnSp>
        <p:nvCxnSpPr>
          <p:cNvPr id="19" name="Connector recte 18"/>
          <p:cNvCxnSpPr>
            <a:stCxn id="16" idx="2"/>
          </p:cNvCxnSpPr>
          <p:nvPr/>
        </p:nvCxnSpPr>
        <p:spPr>
          <a:xfrm flipH="1">
            <a:off x="6156176" y="2708920"/>
            <a:ext cx="432048" cy="43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732240" y="3573016"/>
            <a:ext cx="288032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6" name="Connector recte 25"/>
          <p:cNvCxnSpPr>
            <a:stCxn id="25" idx="3"/>
            <a:endCxn id="4" idx="3"/>
          </p:cNvCxnSpPr>
          <p:nvPr/>
        </p:nvCxnSpPr>
        <p:spPr>
          <a:xfrm flipH="1" flipV="1">
            <a:off x="6156176" y="3248980"/>
            <a:ext cx="618245" cy="569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QuadreDeText 28"/>
          <p:cNvSpPr txBox="1"/>
          <p:nvPr/>
        </p:nvSpPr>
        <p:spPr>
          <a:xfrm>
            <a:off x="7020272" y="3501008"/>
            <a:ext cx="2005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 err="1"/>
              <a:t>BackFace</a:t>
            </a:r>
            <a:r>
              <a:rPr lang="ca-ES" dirty="0"/>
              <a:t> (</a:t>
            </a:r>
            <a:r>
              <a:rPr lang="ca-ES" dirty="0" err="1"/>
              <a:t>boolean</a:t>
            </a:r>
            <a:r>
              <a:rPr lang="ca-ES" dirty="0"/>
              <a:t>)</a:t>
            </a:r>
            <a:endParaRPr lang="es-ES" dirty="0"/>
          </a:p>
        </p:txBody>
      </p:sp>
      <p:sp>
        <p:nvSpPr>
          <p:cNvPr id="30" name="Rectangle 29"/>
          <p:cNvSpPr/>
          <p:nvPr/>
        </p:nvSpPr>
        <p:spPr>
          <a:xfrm>
            <a:off x="4572000" y="2132856"/>
            <a:ext cx="360040" cy="5760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>
                <a:solidFill>
                  <a:schemeClr val="tx1"/>
                </a:solidFill>
              </a:rPr>
              <a:t>N</a:t>
            </a:r>
          </a:p>
          <a:p>
            <a:pPr algn="ctr"/>
            <a:r>
              <a:rPr lang="es-ES" sz="2800" dirty="0">
                <a:solidFill>
                  <a:schemeClr val="tx1"/>
                </a:solidFill>
              </a:rPr>
              <a:t>♠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 rot="10800000">
            <a:off x="5652120" y="3861048"/>
            <a:ext cx="360040" cy="5760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>
                <a:solidFill>
                  <a:schemeClr val="tx1"/>
                </a:solidFill>
              </a:rPr>
              <a:t>N</a:t>
            </a:r>
          </a:p>
          <a:p>
            <a:pPr algn="ctr"/>
            <a:r>
              <a:rPr lang="es-ES" sz="2800" dirty="0">
                <a:solidFill>
                  <a:schemeClr val="tx1"/>
                </a:solidFill>
              </a:rPr>
              <a:t>♠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860032" y="2420888"/>
            <a:ext cx="1008112" cy="1800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Image</a:t>
            </a:r>
            <a:endParaRPr lang="es-E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24663248" y="836712"/>
            <a:ext cx="41634988" cy="6021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3" name="Taula 12"/>
          <p:cNvGraphicFramePr>
            <a:graphicFrameLocks noGrp="1"/>
          </p:cNvGraphicFramePr>
          <p:nvPr/>
        </p:nvGraphicFramePr>
        <p:xfrm>
          <a:off x="5076057" y="1224140"/>
          <a:ext cx="2952327" cy="508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14" name="Taula 13"/>
          <p:cNvGraphicFramePr>
            <a:graphicFrameLocks noGrp="1"/>
          </p:cNvGraphicFramePr>
          <p:nvPr/>
        </p:nvGraphicFramePr>
        <p:xfrm>
          <a:off x="-7381328" y="1340768"/>
          <a:ext cx="2736303" cy="48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1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804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" name="Taula 12">
            <a:extLst>
              <a:ext uri="{FF2B5EF4-FFF2-40B4-BE49-F238E27FC236}">
                <a16:creationId xmlns:a16="http://schemas.microsoft.com/office/drawing/2014/main" id="{17ABC405-FCEC-4930-A806-E184A8347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149058"/>
              </p:ext>
            </p:extLst>
          </p:nvPr>
        </p:nvGraphicFramePr>
        <p:xfrm>
          <a:off x="13500992" y="1246448"/>
          <a:ext cx="2952327" cy="508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ula 12">
            <a:extLst>
              <a:ext uri="{FF2B5EF4-FFF2-40B4-BE49-F238E27FC236}">
                <a16:creationId xmlns:a16="http://schemas.microsoft.com/office/drawing/2014/main" id="{C4F25715-4656-4147-8897-FAC08156E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071585"/>
              </p:ext>
            </p:extLst>
          </p:nvPr>
        </p:nvGraphicFramePr>
        <p:xfrm>
          <a:off x="9396536" y="1224140"/>
          <a:ext cx="2736304" cy="508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rgbClr val="FFFF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arrodonit 11"/>
          <p:cNvSpPr/>
          <p:nvPr/>
        </p:nvSpPr>
        <p:spPr>
          <a:xfrm>
            <a:off x="827584" y="836712"/>
            <a:ext cx="3744416" cy="41764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UIMacv</a:t>
            </a:r>
            <a:endParaRPr lang="es-ES" dirty="0"/>
          </a:p>
        </p:txBody>
      </p:sp>
      <p:sp>
        <p:nvSpPr>
          <p:cNvPr id="11" name="Rectangle arrodonit 10"/>
          <p:cNvSpPr/>
          <p:nvPr/>
        </p:nvSpPr>
        <p:spPr>
          <a:xfrm>
            <a:off x="5148064" y="1484784"/>
            <a:ext cx="3744416" cy="41764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UIMacv</a:t>
            </a:r>
            <a:endParaRPr lang="es-ES" dirty="0"/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20072" y="2204864"/>
            <a:ext cx="3564186" cy="2684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980728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673" y="1484784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79712" y="1772816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388769" y="2179712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QuadreDeText 9"/>
          <p:cNvSpPr txBox="1"/>
          <p:nvPr/>
        </p:nvSpPr>
        <p:spPr>
          <a:xfrm>
            <a:off x="3131840" y="116632"/>
            <a:ext cx="1443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Control </a:t>
            </a:r>
            <a:r>
              <a:rPr lang="ca-ES" dirty="0" err="1"/>
              <a:t>UIMa</a:t>
            </a:r>
            <a:endParaRPr lang="es-ES" dirty="0"/>
          </a:p>
        </p:txBody>
      </p:sp>
      <p:sp>
        <p:nvSpPr>
          <p:cNvPr id="14" name="Oval 13"/>
          <p:cNvSpPr/>
          <p:nvPr/>
        </p:nvSpPr>
        <p:spPr>
          <a:xfrm>
            <a:off x="2123728" y="5949280"/>
            <a:ext cx="288032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QuadreDeText 14"/>
          <p:cNvSpPr txBox="1"/>
          <p:nvPr/>
        </p:nvSpPr>
        <p:spPr>
          <a:xfrm>
            <a:off x="899592" y="6488668"/>
            <a:ext cx="375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Cartes  (</a:t>
            </a:r>
            <a:r>
              <a:rPr lang="ca-ES" dirty="0" err="1"/>
              <a:t>ObservableCollection</a:t>
            </a:r>
            <a:r>
              <a:rPr lang="ca-ES" dirty="0"/>
              <a:t>&lt;Carta&gt;)</a:t>
            </a:r>
            <a:endParaRPr lang="es-ES" dirty="0"/>
          </a:p>
        </p:txBody>
      </p:sp>
      <p:cxnSp>
        <p:nvCxnSpPr>
          <p:cNvPr id="16" name="Connector recte 15"/>
          <p:cNvCxnSpPr>
            <a:stCxn id="14" idx="7"/>
            <a:endCxn id="12" idx="2"/>
          </p:cNvCxnSpPr>
          <p:nvPr/>
        </p:nvCxnSpPr>
        <p:spPr>
          <a:xfrm flipV="1">
            <a:off x="2369579" y="5013176"/>
            <a:ext cx="330213" cy="978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60</Words>
  <Application>Microsoft Office PowerPoint</Application>
  <PresentationFormat>Presentación en pantalla (4:3)</PresentationFormat>
  <Paragraphs>47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Calibri</vt:lpstr>
      <vt:lpstr>Tema de l'Office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Alumne</dc:creator>
  <cp:lastModifiedBy>Anna Reyes Bello</cp:lastModifiedBy>
  <cp:revision>8</cp:revision>
  <dcterms:created xsi:type="dcterms:W3CDTF">2020-11-19T14:46:47Z</dcterms:created>
  <dcterms:modified xsi:type="dcterms:W3CDTF">2020-12-10T01:18:05Z</dcterms:modified>
</cp:coreProperties>
</file>