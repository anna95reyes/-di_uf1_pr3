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 mitjà 2 - èmfasi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529" autoAdjust="0"/>
  </p:normalViewPr>
  <p:slideViewPr>
    <p:cSldViewPr>
      <p:cViewPr>
        <p:scale>
          <a:sx n="75" d="100"/>
          <a:sy n="75" d="100"/>
        </p:scale>
        <p:origin x="1666" y="33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ca-ES"/>
              <a:t>Feu clic aquí per editar l'estil</a:t>
            </a:r>
            <a:endParaRPr lang="es-ES"/>
          </a:p>
        </p:txBody>
      </p:sp>
      <p:sp>
        <p:nvSpPr>
          <p:cNvPr id="3" name="Subtíto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a-ES"/>
              <a:t>Feu clic aquí per editar l'estil de subtítols del patró.</a:t>
            </a:r>
            <a:endParaRPr lang="es-ES"/>
          </a:p>
        </p:txBody>
      </p:sp>
      <p:sp>
        <p:nvSpPr>
          <p:cNvPr id="4" name="Contenidor de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333F5-8ED8-436E-A4B4-7A92BD7176A1}" type="datetimeFigureOut">
              <a:rPr lang="es-ES" smtClean="0"/>
              <a:t>11/12/2020</a:t>
            </a:fld>
            <a:endParaRPr lang="es-ES"/>
          </a:p>
        </p:txBody>
      </p:sp>
      <p:sp>
        <p:nvSpPr>
          <p:cNvPr id="5" name="Contenidor de peu de pà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Conteni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C9409-7450-44FD-A7AC-D6FA5184097F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ol i objec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  <a:endParaRPr lang="es-ES"/>
          </a:p>
        </p:txBody>
      </p:sp>
      <p:sp>
        <p:nvSpPr>
          <p:cNvPr id="3" name="Contenidor de contingu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a-ES"/>
              <a:t>Feu clic aquí per editar els estils de text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s-ES"/>
          </a:p>
        </p:txBody>
      </p:sp>
      <p:sp>
        <p:nvSpPr>
          <p:cNvPr id="4" name="Contenidor de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333F5-8ED8-436E-A4B4-7A92BD7176A1}" type="datetimeFigureOut">
              <a:rPr lang="es-ES" smtClean="0"/>
              <a:t>11/12/2020</a:t>
            </a:fld>
            <a:endParaRPr lang="es-ES"/>
          </a:p>
        </p:txBody>
      </p:sp>
      <p:sp>
        <p:nvSpPr>
          <p:cNvPr id="5" name="Contenidor de peu de pà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Conteni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C9409-7450-44FD-A7AC-D6FA5184097F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pçalera de la secci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a-ES"/>
              <a:t>Feu clic aquí per editar l'estil</a:t>
            </a:r>
            <a:endParaRPr lang="es-ES"/>
          </a:p>
        </p:txBody>
      </p:sp>
      <p:sp>
        <p:nvSpPr>
          <p:cNvPr id="3" name="Contenidor de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a-ES"/>
              <a:t>Feu clic aquí per editar els estils de text</a:t>
            </a:r>
          </a:p>
        </p:txBody>
      </p:sp>
      <p:sp>
        <p:nvSpPr>
          <p:cNvPr id="4" name="Contenidor de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333F5-8ED8-436E-A4B4-7A92BD7176A1}" type="datetimeFigureOut">
              <a:rPr lang="es-ES" smtClean="0"/>
              <a:t>11/12/2020</a:t>
            </a:fld>
            <a:endParaRPr lang="es-ES"/>
          </a:p>
        </p:txBody>
      </p:sp>
      <p:sp>
        <p:nvSpPr>
          <p:cNvPr id="5" name="Contenidor de peu de pà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Conteni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C9409-7450-44FD-A7AC-D6FA5184097F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c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  <a:endParaRPr lang="es-ES"/>
          </a:p>
        </p:txBody>
      </p:sp>
      <p:sp>
        <p:nvSpPr>
          <p:cNvPr id="3" name="Contenidor de contingut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a-ES"/>
              <a:t>Feu clic aquí per editar els estils de text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s-ES"/>
          </a:p>
        </p:txBody>
      </p:sp>
      <p:sp>
        <p:nvSpPr>
          <p:cNvPr id="4" name="Contenidor de contingut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a-ES"/>
              <a:t>Feu clic aquí per editar els estils de text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s-ES"/>
          </a:p>
        </p:txBody>
      </p:sp>
      <p:sp>
        <p:nvSpPr>
          <p:cNvPr id="5" name="Contenidor de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333F5-8ED8-436E-A4B4-7A92BD7176A1}" type="datetimeFigureOut">
              <a:rPr lang="es-ES" smtClean="0"/>
              <a:t>11/12/2020</a:t>
            </a:fld>
            <a:endParaRPr lang="es-ES"/>
          </a:p>
        </p:txBody>
      </p:sp>
      <p:sp>
        <p:nvSpPr>
          <p:cNvPr id="6" name="Contenidor de peu de pà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Conteni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C9409-7450-44FD-A7AC-D6FA5184097F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a-ES"/>
              <a:t>Feu clic aquí per editar l'estil</a:t>
            </a:r>
            <a:endParaRPr lang="es-ES"/>
          </a:p>
        </p:txBody>
      </p:sp>
      <p:sp>
        <p:nvSpPr>
          <p:cNvPr id="3" name="Contenidor de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a-ES"/>
              <a:t>Feu clic aquí per editar els estils de text</a:t>
            </a:r>
          </a:p>
        </p:txBody>
      </p:sp>
      <p:sp>
        <p:nvSpPr>
          <p:cNvPr id="4" name="Contenidor de contingut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a-ES"/>
              <a:t>Feu clic aquí per editar els estils de text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s-ES"/>
          </a:p>
        </p:txBody>
      </p:sp>
      <p:sp>
        <p:nvSpPr>
          <p:cNvPr id="5" name="Contenidor de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a-ES"/>
              <a:t>Feu clic aquí per editar els estils de text</a:t>
            </a:r>
          </a:p>
        </p:txBody>
      </p:sp>
      <p:sp>
        <p:nvSpPr>
          <p:cNvPr id="6" name="Contenidor de contingut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a-ES"/>
              <a:t>Feu clic aquí per editar els estils de text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s-ES"/>
          </a:p>
        </p:txBody>
      </p:sp>
      <p:sp>
        <p:nvSpPr>
          <p:cNvPr id="7" name="Contenidor de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333F5-8ED8-436E-A4B4-7A92BD7176A1}" type="datetimeFigureOut">
              <a:rPr lang="es-ES" smtClean="0"/>
              <a:t>11/12/2020</a:t>
            </a:fld>
            <a:endParaRPr lang="es-ES"/>
          </a:p>
        </p:txBody>
      </p:sp>
      <p:sp>
        <p:nvSpPr>
          <p:cNvPr id="8" name="Contenidor de peu de pà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Conteni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C9409-7450-44FD-A7AC-D6FA5184097F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omés tít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  <a:endParaRPr lang="es-ES"/>
          </a:p>
        </p:txBody>
      </p:sp>
      <p:sp>
        <p:nvSpPr>
          <p:cNvPr id="3" name="Contenidor de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333F5-8ED8-436E-A4B4-7A92BD7176A1}" type="datetimeFigureOut">
              <a:rPr lang="es-ES" smtClean="0"/>
              <a:t>11/12/2020</a:t>
            </a:fld>
            <a:endParaRPr lang="es-ES"/>
          </a:p>
        </p:txBody>
      </p:sp>
      <p:sp>
        <p:nvSpPr>
          <p:cNvPr id="4" name="Contenidor de peu de pà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Conteni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C9409-7450-44FD-A7AC-D6FA5184097F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idor de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333F5-8ED8-436E-A4B4-7A92BD7176A1}" type="datetimeFigureOut">
              <a:rPr lang="es-ES" smtClean="0"/>
              <a:t>11/12/2020</a:t>
            </a:fld>
            <a:endParaRPr lang="es-ES"/>
          </a:p>
        </p:txBody>
      </p:sp>
      <p:sp>
        <p:nvSpPr>
          <p:cNvPr id="3" name="Contenidor de peu de pà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Conteni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C9409-7450-44FD-A7AC-D6FA5184097F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ingut amb l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a-ES"/>
              <a:t>Feu clic aquí per editar l'estil</a:t>
            </a:r>
            <a:endParaRPr lang="es-ES"/>
          </a:p>
        </p:txBody>
      </p:sp>
      <p:sp>
        <p:nvSpPr>
          <p:cNvPr id="3" name="Contenidor de contingut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a-ES"/>
              <a:t>Feu clic aquí per editar els estils de text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s-ES"/>
          </a:p>
        </p:txBody>
      </p:sp>
      <p:sp>
        <p:nvSpPr>
          <p:cNvPr id="4" name="Contenidor de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a-ES"/>
              <a:t>Feu clic aquí per editar els estils de text</a:t>
            </a:r>
          </a:p>
        </p:txBody>
      </p:sp>
      <p:sp>
        <p:nvSpPr>
          <p:cNvPr id="5" name="Contenidor de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333F5-8ED8-436E-A4B4-7A92BD7176A1}" type="datetimeFigureOut">
              <a:rPr lang="es-ES" smtClean="0"/>
              <a:t>11/12/2020</a:t>
            </a:fld>
            <a:endParaRPr lang="es-ES"/>
          </a:p>
        </p:txBody>
      </p:sp>
      <p:sp>
        <p:nvSpPr>
          <p:cNvPr id="6" name="Contenidor de peu de pà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Conteni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C9409-7450-44FD-A7AC-D6FA5184097F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tge amb l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a-ES"/>
              <a:t>Feu clic aquí per editar l'estil</a:t>
            </a:r>
            <a:endParaRPr lang="es-ES"/>
          </a:p>
        </p:txBody>
      </p:sp>
      <p:sp>
        <p:nvSpPr>
          <p:cNvPr id="3" name="Contenidor d'imatg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Contenidor de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a-ES"/>
              <a:t>Feu clic aquí per editar els estils de text</a:t>
            </a:r>
          </a:p>
        </p:txBody>
      </p:sp>
      <p:sp>
        <p:nvSpPr>
          <p:cNvPr id="5" name="Contenidor de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333F5-8ED8-436E-A4B4-7A92BD7176A1}" type="datetimeFigureOut">
              <a:rPr lang="es-ES" smtClean="0"/>
              <a:t>11/12/2020</a:t>
            </a:fld>
            <a:endParaRPr lang="es-ES"/>
          </a:p>
        </p:txBody>
      </p:sp>
      <p:sp>
        <p:nvSpPr>
          <p:cNvPr id="6" name="Contenidor de peu de pà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Conteni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C9409-7450-44FD-A7AC-D6FA5184097F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ol i text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  <a:endParaRPr lang="es-ES"/>
          </a:p>
        </p:txBody>
      </p:sp>
      <p:sp>
        <p:nvSpPr>
          <p:cNvPr id="3" name="Contenidor de text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a-ES"/>
              <a:t>Feu clic aquí per editar els estils de text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s-ES"/>
          </a:p>
        </p:txBody>
      </p:sp>
      <p:sp>
        <p:nvSpPr>
          <p:cNvPr id="4" name="Contenidor de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333F5-8ED8-436E-A4B4-7A92BD7176A1}" type="datetimeFigureOut">
              <a:rPr lang="es-ES" smtClean="0"/>
              <a:t>11/12/2020</a:t>
            </a:fld>
            <a:endParaRPr lang="es-ES"/>
          </a:p>
        </p:txBody>
      </p:sp>
      <p:sp>
        <p:nvSpPr>
          <p:cNvPr id="5" name="Contenidor de peu de pà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Conteni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C9409-7450-44FD-A7AC-D6FA5184097F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ol vertical 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ca-ES"/>
              <a:t>Feu clic aquí per editar l'estil</a:t>
            </a:r>
            <a:endParaRPr lang="es-ES"/>
          </a:p>
        </p:txBody>
      </p:sp>
      <p:sp>
        <p:nvSpPr>
          <p:cNvPr id="3" name="Contenidor de text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ca-ES"/>
              <a:t>Feu clic aquí per editar els estils de text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s-ES"/>
          </a:p>
        </p:txBody>
      </p:sp>
      <p:sp>
        <p:nvSpPr>
          <p:cNvPr id="4" name="Contenidor de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333F5-8ED8-436E-A4B4-7A92BD7176A1}" type="datetimeFigureOut">
              <a:rPr lang="es-ES" smtClean="0"/>
              <a:t>11/12/2020</a:t>
            </a:fld>
            <a:endParaRPr lang="es-ES"/>
          </a:p>
        </p:txBody>
      </p:sp>
      <p:sp>
        <p:nvSpPr>
          <p:cNvPr id="5" name="Contenidor de peu de pà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Conteni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C9409-7450-44FD-A7AC-D6FA5184097F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idor de títo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a-ES"/>
              <a:t>Feu clic aquí per editar l'estil</a:t>
            </a:r>
            <a:endParaRPr lang="es-ES"/>
          </a:p>
        </p:txBody>
      </p:sp>
      <p:sp>
        <p:nvSpPr>
          <p:cNvPr id="3" name="Contenidor de tex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a-ES"/>
              <a:t>Feu clic aquí per editar els estils de text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es-ES"/>
          </a:p>
        </p:txBody>
      </p:sp>
      <p:sp>
        <p:nvSpPr>
          <p:cNvPr id="4" name="Contenidor de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5333F5-8ED8-436E-A4B4-7A92BD7176A1}" type="datetimeFigureOut">
              <a:rPr lang="es-ES" smtClean="0"/>
              <a:t>11/12/2020</a:t>
            </a:fld>
            <a:endParaRPr lang="es-ES"/>
          </a:p>
        </p:txBody>
      </p:sp>
      <p:sp>
        <p:nvSpPr>
          <p:cNvPr id="5" name="Contenidor de peu de pà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Conteni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EC9409-7450-44FD-A7AC-D6FA5184097F}" type="slidenum">
              <a:rPr lang="es-ES" smtClean="0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arrodonit 3"/>
          <p:cNvSpPr/>
          <p:nvPr/>
        </p:nvSpPr>
        <p:spPr>
          <a:xfrm>
            <a:off x="4499992" y="1988840"/>
            <a:ext cx="1656184" cy="2520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 err="1"/>
              <a:t>UICartam</a:t>
            </a:r>
            <a:endParaRPr lang="es-E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3995243"/>
            <a:ext cx="2160240" cy="28627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QuadreDeText 11"/>
          <p:cNvSpPr txBox="1"/>
          <p:nvPr/>
        </p:nvSpPr>
        <p:spPr>
          <a:xfrm>
            <a:off x="3131840" y="116632"/>
            <a:ext cx="1634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Control </a:t>
            </a:r>
            <a:r>
              <a:rPr lang="ca-ES" dirty="0" err="1"/>
              <a:t>UICarta</a:t>
            </a:r>
            <a:endParaRPr lang="es-ES" dirty="0"/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608" y="908720"/>
            <a:ext cx="1967207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QuadreDeText 13"/>
          <p:cNvSpPr txBox="1"/>
          <p:nvPr/>
        </p:nvSpPr>
        <p:spPr>
          <a:xfrm>
            <a:off x="1547664" y="692696"/>
            <a:ext cx="650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front</a:t>
            </a:r>
            <a:endParaRPr lang="es-ES" dirty="0"/>
          </a:p>
        </p:txBody>
      </p:sp>
      <p:sp>
        <p:nvSpPr>
          <p:cNvPr id="15" name="QuadreDeText 14"/>
          <p:cNvSpPr txBox="1"/>
          <p:nvPr/>
        </p:nvSpPr>
        <p:spPr>
          <a:xfrm>
            <a:off x="1403648" y="3645024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 err="1"/>
              <a:t>back</a:t>
            </a:r>
            <a:endParaRPr lang="es-ES" dirty="0"/>
          </a:p>
        </p:txBody>
      </p:sp>
      <p:sp>
        <p:nvSpPr>
          <p:cNvPr id="16" name="Oval 15"/>
          <p:cNvSpPr/>
          <p:nvPr/>
        </p:nvSpPr>
        <p:spPr>
          <a:xfrm>
            <a:off x="6588224" y="2564904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QuadreDeText 16"/>
          <p:cNvSpPr txBox="1"/>
          <p:nvPr/>
        </p:nvSpPr>
        <p:spPr>
          <a:xfrm>
            <a:off x="6948264" y="2492896"/>
            <a:ext cx="1429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Carta  (Carta)</a:t>
            </a:r>
            <a:endParaRPr lang="es-ES" dirty="0"/>
          </a:p>
        </p:txBody>
      </p:sp>
      <p:cxnSp>
        <p:nvCxnSpPr>
          <p:cNvPr id="19" name="Connector recte 18"/>
          <p:cNvCxnSpPr>
            <a:stCxn id="16" idx="2"/>
          </p:cNvCxnSpPr>
          <p:nvPr/>
        </p:nvCxnSpPr>
        <p:spPr>
          <a:xfrm flipH="1">
            <a:off x="6156176" y="2708920"/>
            <a:ext cx="432048" cy="43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732240" y="3573016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26" name="Connector recte 25"/>
          <p:cNvCxnSpPr>
            <a:stCxn id="25" idx="3"/>
            <a:endCxn id="4" idx="3"/>
          </p:cNvCxnSpPr>
          <p:nvPr/>
        </p:nvCxnSpPr>
        <p:spPr>
          <a:xfrm flipH="1" flipV="1">
            <a:off x="6156176" y="3248980"/>
            <a:ext cx="618245" cy="5698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QuadreDeText 28"/>
          <p:cNvSpPr txBox="1"/>
          <p:nvPr/>
        </p:nvSpPr>
        <p:spPr>
          <a:xfrm>
            <a:off x="7020272" y="3501008"/>
            <a:ext cx="2005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 err="1"/>
              <a:t>BackFace</a:t>
            </a:r>
            <a:r>
              <a:rPr lang="ca-ES" dirty="0"/>
              <a:t> (</a:t>
            </a:r>
            <a:r>
              <a:rPr lang="ca-ES" dirty="0" err="1"/>
              <a:t>boolean</a:t>
            </a:r>
            <a:r>
              <a:rPr lang="ca-ES" dirty="0"/>
              <a:t>)</a:t>
            </a:r>
            <a:endParaRPr lang="es-ES" dirty="0"/>
          </a:p>
        </p:txBody>
      </p:sp>
      <p:sp>
        <p:nvSpPr>
          <p:cNvPr id="30" name="Rectangle 29"/>
          <p:cNvSpPr/>
          <p:nvPr/>
        </p:nvSpPr>
        <p:spPr>
          <a:xfrm>
            <a:off x="4572000" y="2132856"/>
            <a:ext cx="360040" cy="5760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>
                <a:solidFill>
                  <a:schemeClr val="tx1"/>
                </a:solidFill>
              </a:rPr>
              <a:t>N</a:t>
            </a:r>
          </a:p>
          <a:p>
            <a:pPr algn="ctr"/>
            <a:r>
              <a:rPr lang="es-ES" sz="2800" dirty="0">
                <a:solidFill>
                  <a:schemeClr val="tx1"/>
                </a:solidFill>
              </a:rPr>
              <a:t>♠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 rot="10800000">
            <a:off x="5652120" y="3861048"/>
            <a:ext cx="360040" cy="5760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>
                <a:solidFill>
                  <a:schemeClr val="tx1"/>
                </a:solidFill>
              </a:rPr>
              <a:t>N</a:t>
            </a:r>
          </a:p>
          <a:p>
            <a:pPr algn="ctr"/>
            <a:r>
              <a:rPr lang="es-ES" sz="2800" dirty="0">
                <a:solidFill>
                  <a:schemeClr val="tx1"/>
                </a:solidFill>
              </a:rPr>
              <a:t>♠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860032" y="2420888"/>
            <a:ext cx="1008112" cy="1800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 err="1"/>
              <a:t>Image</a:t>
            </a:r>
            <a:endParaRPr lang="es-E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4735256" y="836712"/>
            <a:ext cx="41634988" cy="6021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3" name="Tau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4547661"/>
              </p:ext>
            </p:extLst>
          </p:nvPr>
        </p:nvGraphicFramePr>
        <p:xfrm>
          <a:off x="5076057" y="1224140"/>
          <a:ext cx="2952327" cy="5085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4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3765">
                <a:tc>
                  <a:txBody>
                    <a:bodyPr/>
                    <a:lstStyle/>
                    <a:p>
                      <a:pPr algn="ctr"/>
                      <a:r>
                        <a:rPr lang="ca-ES" dirty="0">
                          <a:solidFill>
                            <a:srgbClr val="FFFF00"/>
                          </a:solidFill>
                        </a:rPr>
                        <a:t>1</a:t>
                      </a:r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a-ES" dirty="0">
                          <a:solidFill>
                            <a:srgbClr val="FFFF00"/>
                          </a:solidFill>
                        </a:rPr>
                        <a:t>1</a:t>
                      </a:r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FFFF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r>
                        <a:rPr lang="ca-ES" dirty="0">
                          <a:solidFill>
                            <a:srgbClr val="FFFF00"/>
                          </a:solidFill>
                        </a:rPr>
                        <a:t>1</a:t>
                      </a:r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a-ES" dirty="0">
                          <a:solidFill>
                            <a:srgbClr val="FFFF00"/>
                          </a:solidFill>
                        </a:rPr>
                        <a:t>1</a:t>
                      </a:r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FFFF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r>
                        <a:rPr lang="ca-ES" dirty="0">
                          <a:solidFill>
                            <a:srgbClr val="FFFF00"/>
                          </a:solidFill>
                        </a:rPr>
                        <a:t>2</a:t>
                      </a:r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a-ES" dirty="0">
                          <a:solidFill>
                            <a:srgbClr val="FFFF00"/>
                          </a:solidFill>
                        </a:rPr>
                        <a:t>2</a:t>
                      </a:r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5" name="Taula 12">
            <a:extLst>
              <a:ext uri="{FF2B5EF4-FFF2-40B4-BE49-F238E27FC236}">
                <a16:creationId xmlns:a16="http://schemas.microsoft.com/office/drawing/2014/main" id="{17ABC405-FCEC-4930-A806-E184A83478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149058"/>
              </p:ext>
            </p:extLst>
          </p:nvPr>
        </p:nvGraphicFramePr>
        <p:xfrm>
          <a:off x="13500992" y="1246448"/>
          <a:ext cx="2952327" cy="5085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4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3765">
                <a:tc>
                  <a:txBody>
                    <a:bodyPr/>
                    <a:lstStyle/>
                    <a:p>
                      <a:pPr algn="ctr"/>
                      <a:r>
                        <a:rPr lang="ca-ES" dirty="0">
                          <a:solidFill>
                            <a:srgbClr val="FFFF00"/>
                          </a:solidFill>
                        </a:rPr>
                        <a:t>1</a:t>
                      </a:r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a-ES" dirty="0">
                          <a:solidFill>
                            <a:srgbClr val="FFFF00"/>
                          </a:solidFill>
                        </a:rPr>
                        <a:t>1</a:t>
                      </a:r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a-ES" dirty="0">
                          <a:solidFill>
                            <a:srgbClr val="FFFF00"/>
                          </a:solidFill>
                        </a:rPr>
                        <a:t>1</a:t>
                      </a:r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FFFF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FFFF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FFFF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FFFF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FFFF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r>
                        <a:rPr lang="ca-ES" dirty="0">
                          <a:solidFill>
                            <a:srgbClr val="FFFF00"/>
                          </a:solidFill>
                        </a:rPr>
                        <a:t>2</a:t>
                      </a:r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a-ES" dirty="0">
                          <a:solidFill>
                            <a:srgbClr val="FFFF00"/>
                          </a:solidFill>
                        </a:rPr>
                        <a:t>2</a:t>
                      </a:r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6" name="Taula 12">
            <a:extLst>
              <a:ext uri="{FF2B5EF4-FFF2-40B4-BE49-F238E27FC236}">
                <a16:creationId xmlns:a16="http://schemas.microsoft.com/office/drawing/2014/main" id="{C4F25715-4656-4147-8897-FAC08156E7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2127003"/>
              </p:ext>
            </p:extLst>
          </p:nvPr>
        </p:nvGraphicFramePr>
        <p:xfrm>
          <a:off x="9396536" y="1224140"/>
          <a:ext cx="2736304" cy="5085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3765">
                <a:tc>
                  <a:txBody>
                    <a:bodyPr/>
                    <a:lstStyle/>
                    <a:p>
                      <a:pPr algn="ctr"/>
                      <a:r>
                        <a:rPr lang="ca-ES" dirty="0">
                          <a:solidFill>
                            <a:srgbClr val="FFFF00"/>
                          </a:solidFill>
                        </a:rPr>
                        <a:t>1</a:t>
                      </a:r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a-ES" dirty="0">
                          <a:solidFill>
                            <a:srgbClr val="FFFF00"/>
                          </a:solidFill>
                        </a:rPr>
                        <a:t>1</a:t>
                      </a:r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FFFF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FFFF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FFFF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FFFF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FFFF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r>
                        <a:rPr lang="ca-ES" dirty="0">
                          <a:solidFill>
                            <a:srgbClr val="FFFF00"/>
                          </a:solidFill>
                        </a:rPr>
                        <a:t>2</a:t>
                      </a:r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a-ES" dirty="0">
                          <a:solidFill>
                            <a:srgbClr val="FFFF00"/>
                          </a:solidFill>
                        </a:rPr>
                        <a:t>2</a:t>
                      </a:r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8" name="Taula 12">
            <a:extLst>
              <a:ext uri="{FF2B5EF4-FFF2-40B4-BE49-F238E27FC236}">
                <a16:creationId xmlns:a16="http://schemas.microsoft.com/office/drawing/2014/main" id="{D9312627-7A4D-4B8B-9306-60D885EF39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499929"/>
              </p:ext>
            </p:extLst>
          </p:nvPr>
        </p:nvGraphicFramePr>
        <p:xfrm>
          <a:off x="-24231200" y="1246448"/>
          <a:ext cx="2952327" cy="5085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4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FFFF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9" name="Taula 12">
            <a:extLst>
              <a:ext uri="{FF2B5EF4-FFF2-40B4-BE49-F238E27FC236}">
                <a16:creationId xmlns:a16="http://schemas.microsoft.com/office/drawing/2014/main" id="{6DE6668F-403C-44AA-ABE9-F64D62A4FF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2896489"/>
              </p:ext>
            </p:extLst>
          </p:nvPr>
        </p:nvGraphicFramePr>
        <p:xfrm>
          <a:off x="-20054736" y="1304766"/>
          <a:ext cx="2952327" cy="5085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4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FFFF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FFFF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10" name="Taula 12">
            <a:extLst>
              <a:ext uri="{FF2B5EF4-FFF2-40B4-BE49-F238E27FC236}">
                <a16:creationId xmlns:a16="http://schemas.microsoft.com/office/drawing/2014/main" id="{61A6833B-A199-48F4-A89F-43338B8C1D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4106465"/>
              </p:ext>
            </p:extLst>
          </p:nvPr>
        </p:nvGraphicFramePr>
        <p:xfrm>
          <a:off x="-15878272" y="1304766"/>
          <a:ext cx="2952327" cy="5085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4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FFFF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FFFF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FFFF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11" name="Taula 12">
            <a:extLst>
              <a:ext uri="{FF2B5EF4-FFF2-40B4-BE49-F238E27FC236}">
                <a16:creationId xmlns:a16="http://schemas.microsoft.com/office/drawing/2014/main" id="{8EE8A4DA-1679-452F-B02B-CA246BC380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032368"/>
              </p:ext>
            </p:extLst>
          </p:nvPr>
        </p:nvGraphicFramePr>
        <p:xfrm>
          <a:off x="-11622697" y="1272790"/>
          <a:ext cx="2952327" cy="5085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4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3765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FFFF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FFFF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FFFF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FFFF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12" name="Taula 12">
            <a:extLst>
              <a:ext uri="{FF2B5EF4-FFF2-40B4-BE49-F238E27FC236}">
                <a16:creationId xmlns:a16="http://schemas.microsoft.com/office/drawing/2014/main" id="{B5FDF4FF-B463-43F1-AC8E-E7D279D83A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684374"/>
              </p:ext>
            </p:extLst>
          </p:nvPr>
        </p:nvGraphicFramePr>
        <p:xfrm>
          <a:off x="-7532446" y="1219596"/>
          <a:ext cx="2952327" cy="5085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4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3765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FFFF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FFFF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FFFF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FFFF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FFFF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15" name="Taula 12">
            <a:extLst>
              <a:ext uri="{FF2B5EF4-FFF2-40B4-BE49-F238E27FC236}">
                <a16:creationId xmlns:a16="http://schemas.microsoft.com/office/drawing/2014/main" id="{E45679DD-7EB8-47B8-A404-380A133D0B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553478"/>
              </p:ext>
            </p:extLst>
          </p:nvPr>
        </p:nvGraphicFramePr>
        <p:xfrm>
          <a:off x="901658" y="1219596"/>
          <a:ext cx="2952327" cy="5085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4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3765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FFFF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FFFF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FFFF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FFFF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FFFF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FFFF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FFFF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16" name="Taula 12">
            <a:extLst>
              <a:ext uri="{FF2B5EF4-FFF2-40B4-BE49-F238E27FC236}">
                <a16:creationId xmlns:a16="http://schemas.microsoft.com/office/drawing/2014/main" id="{BF087C1D-1D8E-4BE0-9C1D-CE5C7E9E9B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7858599"/>
              </p:ext>
            </p:extLst>
          </p:nvPr>
        </p:nvGraphicFramePr>
        <p:xfrm>
          <a:off x="-3297389" y="1280790"/>
          <a:ext cx="2952327" cy="5085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4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3765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FFFF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FFFF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FFFF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FFFF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FFFF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FFFF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3765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00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arrodonit 11"/>
          <p:cNvSpPr/>
          <p:nvPr/>
        </p:nvSpPr>
        <p:spPr>
          <a:xfrm>
            <a:off x="827584" y="836712"/>
            <a:ext cx="3744416" cy="41764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 err="1"/>
              <a:t>UIMacv</a:t>
            </a:r>
            <a:endParaRPr lang="es-ES" dirty="0"/>
          </a:p>
        </p:txBody>
      </p:sp>
      <p:sp>
        <p:nvSpPr>
          <p:cNvPr id="11" name="Rectangle arrodonit 10"/>
          <p:cNvSpPr/>
          <p:nvPr/>
        </p:nvSpPr>
        <p:spPr>
          <a:xfrm>
            <a:off x="5148064" y="1484784"/>
            <a:ext cx="3744416" cy="41764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 err="1"/>
              <a:t>UIMacv</a:t>
            </a:r>
            <a:endParaRPr lang="es-ES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20072" y="2204864"/>
            <a:ext cx="3564186" cy="2684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608" y="980728"/>
            <a:ext cx="1967207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673" y="1484784"/>
            <a:ext cx="1967207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79712" y="1772816"/>
            <a:ext cx="1967207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88769" y="2179712"/>
            <a:ext cx="1967207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QuadreDeText 9"/>
          <p:cNvSpPr txBox="1"/>
          <p:nvPr/>
        </p:nvSpPr>
        <p:spPr>
          <a:xfrm>
            <a:off x="3131840" y="116632"/>
            <a:ext cx="1443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Control </a:t>
            </a:r>
            <a:r>
              <a:rPr lang="ca-ES" dirty="0" err="1"/>
              <a:t>UIMa</a:t>
            </a:r>
            <a:endParaRPr lang="es-ES" dirty="0"/>
          </a:p>
        </p:txBody>
      </p:sp>
      <p:sp>
        <p:nvSpPr>
          <p:cNvPr id="14" name="Oval 13"/>
          <p:cNvSpPr/>
          <p:nvPr/>
        </p:nvSpPr>
        <p:spPr>
          <a:xfrm>
            <a:off x="2123728" y="5949280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QuadreDeText 14"/>
          <p:cNvSpPr txBox="1"/>
          <p:nvPr/>
        </p:nvSpPr>
        <p:spPr>
          <a:xfrm>
            <a:off x="899592" y="6488668"/>
            <a:ext cx="375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Cartes  (</a:t>
            </a:r>
            <a:r>
              <a:rPr lang="ca-ES" dirty="0" err="1"/>
              <a:t>ObservableCollection</a:t>
            </a:r>
            <a:r>
              <a:rPr lang="ca-ES" dirty="0"/>
              <a:t>&lt;Carta&gt;)</a:t>
            </a:r>
            <a:endParaRPr lang="es-ES" dirty="0"/>
          </a:p>
        </p:txBody>
      </p:sp>
      <p:cxnSp>
        <p:nvCxnSpPr>
          <p:cNvPr id="16" name="Connector recte 15"/>
          <p:cNvCxnSpPr>
            <a:stCxn id="14" idx="7"/>
            <a:endCxn id="12" idx="2"/>
          </p:cNvCxnSpPr>
          <p:nvPr/>
        </p:nvCxnSpPr>
        <p:spPr>
          <a:xfrm flipV="1">
            <a:off x="2369579" y="5013176"/>
            <a:ext cx="330213" cy="978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Tema de l'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4474</TotalTime>
  <Words>83</Words>
  <Application>Microsoft Office PowerPoint</Application>
  <PresentationFormat>Presentación en pantalla (4:3)</PresentationFormat>
  <Paragraphs>70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6" baseType="lpstr">
      <vt:lpstr>Arial</vt:lpstr>
      <vt:lpstr>Calibri</vt:lpstr>
      <vt:lpstr>Tema de l'Office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Alumne</dc:creator>
  <cp:lastModifiedBy>Anna Reyes Bello</cp:lastModifiedBy>
  <cp:revision>13</cp:revision>
  <dcterms:created xsi:type="dcterms:W3CDTF">2020-11-19T14:46:47Z</dcterms:created>
  <dcterms:modified xsi:type="dcterms:W3CDTF">2020-12-14T12:56:14Z</dcterms:modified>
</cp:coreProperties>
</file>